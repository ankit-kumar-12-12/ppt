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65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18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85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726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8999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6212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21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51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974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27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FCB8D6-F81E-4BD2-8C9B-453588EB0022}" type="datetimeFigureOut">
              <a:rPr lang="en-IN" smtClean="0"/>
              <a:t>05-03-2023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07FA4-DB1C-4616-9293-846F48B441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7839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827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LAPPI_2.O</dc:creator>
  <cp:lastModifiedBy>LAPPI_2.O</cp:lastModifiedBy>
  <cp:revision>1</cp:revision>
  <dcterms:created xsi:type="dcterms:W3CDTF">2023-03-05T11:41:39Z</dcterms:created>
  <dcterms:modified xsi:type="dcterms:W3CDTF">2023-03-05T11:41:50Z</dcterms:modified>
</cp:coreProperties>
</file>